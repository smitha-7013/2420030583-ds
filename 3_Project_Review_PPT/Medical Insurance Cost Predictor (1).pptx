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11/09/2026  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75991"/>
              </p:ext>
            </p:extLst>
          </p:nvPr>
        </p:nvGraphicFramePr>
        <p:xfrm>
          <a:off x="8193271" y="4898509"/>
          <a:ext cx="370205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U. Jaya Sindhura- 2420030044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Ushasri -2420030376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Smitha-2420030583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5504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dirty="0"/>
              <a:t>Medical Insurance Cost Predictor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CD58F8-D80A-5AC8-001F-5658321C9C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9461" y="925702"/>
            <a:ext cx="7283634" cy="500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8D2A5E-49B7-E695-DF6F-C77CDD8855D7}"/>
              </a:ext>
            </a:extLst>
          </p:cNvPr>
          <p:cNvSpPr txBox="1"/>
          <p:nvPr/>
        </p:nvSpPr>
        <p:spPr>
          <a:xfrm>
            <a:off x="393290" y="1706519"/>
            <a:ext cx="80526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Medical insurance charges differ significantly among individuals.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cost is influenced by </a:t>
            </a:r>
            <a:r>
              <a:rPr lang="en-IN" sz="2400" b="1" dirty="0"/>
              <a:t>multiple factors simultaneously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Traditional estimation may not accurately capture these relationships.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calculation of expected costs can be </a:t>
            </a:r>
            <a:r>
              <a:rPr lang="en-IN" sz="2400" b="1" dirty="0"/>
              <a:t>difficult and time-consuming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a need for an </a:t>
            </a:r>
            <a:r>
              <a:rPr lang="en-IN" sz="2400" b="1" dirty="0"/>
              <a:t>automated, data-driven prediction system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proposed system predicts insurance charges using </a:t>
            </a:r>
            <a:r>
              <a:rPr lang="en-IN" sz="2400" b="1" dirty="0"/>
              <a:t>individual health and demographic information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FD7B0-E153-BF93-D82F-A529C4C276DB}"/>
              </a:ext>
            </a:extLst>
          </p:cNvPr>
          <p:cNvSpPr txBox="1"/>
          <p:nvPr/>
        </p:nvSpPr>
        <p:spPr>
          <a:xfrm>
            <a:off x="698090" y="1509310"/>
            <a:ext cx="72168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the available </a:t>
            </a:r>
            <a:r>
              <a:rPr lang="en-IN" sz="2400" b="1" dirty="0"/>
              <a:t>medical insurance dataset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Perform </a:t>
            </a:r>
            <a:r>
              <a:rPr lang="en-IN" sz="2400" b="1" dirty="0"/>
              <a:t>data preprocessing and cleaning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Conduct </a:t>
            </a:r>
            <a:r>
              <a:rPr lang="en-IN" sz="2400" b="1" dirty="0"/>
              <a:t>Exploratory Data Analysis (EDA)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the major factors influencing </a:t>
            </a:r>
            <a:r>
              <a:rPr lang="en-IN" sz="2400" b="1" dirty="0"/>
              <a:t>insurance charges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Apply suitable </a:t>
            </a:r>
            <a:r>
              <a:rPr lang="en-IN" sz="2400" b="1" dirty="0"/>
              <a:t>regression algorithms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Train and test the prediction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Evaluate model performance using </a:t>
            </a:r>
            <a:r>
              <a:rPr lang="en-IN" sz="2400" b="1" dirty="0"/>
              <a:t>MAE, MSE, RMSE and R² Score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the </a:t>
            </a:r>
            <a:r>
              <a:rPr lang="en-IN" sz="2400" b="1" dirty="0"/>
              <a:t>best-performing model</a:t>
            </a:r>
            <a:r>
              <a:rPr lang="en-IN" sz="2400" dirty="0"/>
              <a:t> for insurance cost prediction.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264688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K. Kaushik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Machine Learning-Based Regression Framework to Predict Health Insurance Premiums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ANN-based regression, correlation analysis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Achieved </a:t>
                      </a:r>
                      <a:r>
                        <a:rPr lang="en-IN" sz="1400" b="1" dirty="0"/>
                        <a:t>92.72% accuracy</a:t>
                      </a:r>
                      <a:r>
                        <a:rPr lang="en-IN" sz="1400" dirty="0"/>
                        <a:t> for health insurance premium prediction.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Can be further improved with advanced ML and larger datasets.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D. K. Kadali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Analysis and Prediction of Health Insurance Cost Using Machine Learning Approaches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Random Forest, Gradient Boosting, ML regression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ML models can effectively estimate </a:t>
                      </a:r>
                      <a:r>
                        <a:rPr lang="en-IN" sz="1400" b="1" dirty="0"/>
                        <a:t>health insurance costs</a:t>
                      </a:r>
                      <a:r>
                        <a:rPr lang="en-IN" sz="1400" dirty="0"/>
                        <a:t>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More models and feature optimization can be explored.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Md. </a:t>
                      </a:r>
                      <a:r>
                        <a:rPr lang="en-IN" sz="1400" dirty="0" err="1"/>
                        <a:t>Samiuddin</a:t>
                      </a:r>
                      <a:r>
                        <a:rPr lang="en-IN" sz="1400" dirty="0"/>
                        <a:t>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Health Insurance Cost Prediction Using Deep Neural Network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Deep Neural Network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Uses personal and health-related features to predict insurance costs.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Deep learning requires more data and computational resources.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E3D7D2-C84D-EA18-576A-70CF48F6DFB2}"/>
              </a:ext>
            </a:extLst>
          </p:cNvPr>
          <p:cNvSpPr txBox="1"/>
          <p:nvPr/>
        </p:nvSpPr>
        <p:spPr>
          <a:xfrm>
            <a:off x="550607" y="1585647"/>
            <a:ext cx="70988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Medical insurance costs are affected by </a:t>
            </a:r>
            <a:r>
              <a:rPr lang="en-IN" sz="2400" b="1" dirty="0"/>
              <a:t>several interconnected factors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Simple estimation methods may not consider all relevant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a requirement for </a:t>
            </a:r>
            <a:r>
              <a:rPr lang="en-IN" sz="2400" b="1" dirty="0"/>
              <a:t>accurate and automated cost estimation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Machine Learning models may provide different levels of accuracy.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 comparative study of regression models can help identify a </a:t>
            </a:r>
            <a:r>
              <a:rPr lang="en-IN" sz="2400" b="1" dirty="0"/>
              <a:t>suitable prediction model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project addresses this gap through </a:t>
            </a:r>
            <a:r>
              <a:rPr lang="en-IN" sz="2400" b="1" dirty="0"/>
              <a:t>data analysis and regression-based prediction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79D8A-D03A-EB90-FCE3-B8FEC4680401}"/>
              </a:ext>
            </a:extLst>
          </p:cNvPr>
          <p:cNvSpPr txBox="1"/>
          <p:nvPr/>
        </p:nvSpPr>
        <p:spPr>
          <a:xfrm>
            <a:off x="589936" y="1781033"/>
            <a:ext cx="5378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Machine Learning</a:t>
            </a:r>
            <a:r>
              <a:rPr lang="en-IN" dirty="0"/>
              <a:t> for medical insurance cost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Combines multiple </a:t>
            </a:r>
            <a:r>
              <a:rPr lang="en-IN" b="1" dirty="0"/>
              <a:t>health and demographic factors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data-driven cost estimation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F27B0-4979-4E12-B7BD-1C1E4786FF12}"/>
              </a:ext>
            </a:extLst>
          </p:cNvPr>
          <p:cNvSpPr txBox="1"/>
          <p:nvPr/>
        </p:nvSpPr>
        <p:spPr>
          <a:xfrm>
            <a:off x="7236542" y="1781033"/>
            <a:ext cx="40607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Creativity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EDA and visualization</a:t>
            </a:r>
            <a:r>
              <a:rPr lang="en-IN" dirty="0"/>
              <a:t> to identify cost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Compares different </a:t>
            </a:r>
            <a:r>
              <a:rPr lang="en-IN" b="1" dirty="0"/>
              <a:t>regression models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an easy-to-understand </a:t>
            </a:r>
            <a:r>
              <a:rPr lang="en-IN" b="1" dirty="0"/>
              <a:t>predicted insurance cost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E81D6-A907-6CDF-47E7-FD3AB5B4DA39}"/>
              </a:ext>
            </a:extLst>
          </p:cNvPr>
          <p:cNvSpPr txBox="1"/>
          <p:nvPr/>
        </p:nvSpPr>
        <p:spPr>
          <a:xfrm>
            <a:off x="2812026" y="395517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Novelty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Integrates </a:t>
            </a:r>
            <a:r>
              <a:rPr lang="en-IN" b="1" dirty="0"/>
              <a:t>age, BMI, smoking status, children, gender, and region</a:t>
            </a:r>
            <a:r>
              <a:rPr lang="en-IN" dirty="0"/>
              <a:t> for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Identifies the </a:t>
            </a:r>
            <a:r>
              <a:rPr lang="en-IN" b="1" dirty="0"/>
              <a:t>key factors influencing insurance charges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extended into an </a:t>
            </a:r>
            <a:r>
              <a:rPr lang="en-IN" b="1" dirty="0"/>
              <a:t>interactive insurance cost prediction system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82181F-8AE6-2AFE-822C-B6A719925787}"/>
              </a:ext>
            </a:extLst>
          </p:cNvPr>
          <p:cNvSpPr txBox="1"/>
          <p:nvPr/>
        </p:nvSpPr>
        <p:spPr>
          <a:xfrm>
            <a:off x="499947" y="1091814"/>
            <a:ext cx="9753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Technical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Python</a:t>
            </a:r>
            <a:r>
              <a:rPr lang="en-IN" sz="2000" dirty="0"/>
              <a:t> can be used for complete implementation.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Required </a:t>
            </a:r>
            <a:r>
              <a:rPr lang="en-IN" sz="2000" b="1" dirty="0"/>
              <a:t>ML libraries and tools</a:t>
            </a:r>
            <a:r>
              <a:rPr lang="en-IN" sz="2000" dirty="0"/>
              <a:t> are readily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Can be developed and tested on a </a:t>
            </a:r>
            <a:r>
              <a:rPr lang="en-IN" sz="2000" b="1" dirty="0"/>
              <a:t>standard computer</a:t>
            </a:r>
            <a:r>
              <a:rPr lang="en-IN" sz="2000" dirty="0"/>
              <a:t>. </a:t>
            </a:r>
          </a:p>
          <a:p>
            <a:pPr>
              <a:buNone/>
            </a:pPr>
            <a:r>
              <a:rPr lang="en-IN" sz="2000" b="1" dirty="0"/>
              <a:t>Data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Medical insurance dataset is </a:t>
            </a:r>
            <a:r>
              <a:rPr lang="en-IN" sz="2000" b="1" dirty="0"/>
              <a:t>publicly available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Contains relevant </a:t>
            </a:r>
            <a:r>
              <a:rPr lang="en-IN" sz="2000" b="1" dirty="0"/>
              <a:t>health and demographic features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Sufficient data is available for </a:t>
            </a:r>
            <a:r>
              <a:rPr lang="en-IN" sz="2000" b="1" dirty="0"/>
              <a:t>analysis and model training</a:t>
            </a:r>
            <a:r>
              <a:rPr lang="en-IN" sz="2000" dirty="0"/>
              <a:t>. </a:t>
            </a:r>
          </a:p>
          <a:p>
            <a:pPr>
              <a:buNone/>
            </a:pPr>
            <a:r>
              <a:rPr lang="en-IN" sz="2000" b="1" dirty="0"/>
              <a:t>Economic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</a:t>
            </a:r>
            <a:r>
              <a:rPr lang="en-IN" sz="2000" b="1" dirty="0"/>
              <a:t>open-source tools and libraries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No major additional software cost is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Project is </a:t>
            </a:r>
            <a:r>
              <a:rPr lang="en-IN" sz="2000" b="1" dirty="0"/>
              <a:t>cost-effective</a:t>
            </a:r>
            <a:r>
              <a:rPr lang="en-IN" sz="2000" dirty="0"/>
              <a:t> to implement. </a:t>
            </a:r>
          </a:p>
          <a:p>
            <a:pPr>
              <a:buNone/>
            </a:pPr>
            <a:r>
              <a:rPr lang="en-IN" sz="2000" b="1" dirty="0"/>
              <a:t>Operational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Provides a </a:t>
            </a:r>
            <a:r>
              <a:rPr lang="en-IN" sz="2000" b="1" dirty="0"/>
              <a:t>simple and user-friendly workflow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Easy to use for </a:t>
            </a:r>
            <a:r>
              <a:rPr lang="en-IN" sz="2000" b="1" dirty="0"/>
              <a:t>insurance cost prediction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Can be extended into a </a:t>
            </a:r>
            <a:r>
              <a:rPr lang="en-IN" sz="2000" b="1" dirty="0"/>
              <a:t>web-based application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8A96-A177-B685-E509-D6DB02B3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EBC357-1633-BD35-E52B-C625902033D9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2400C-9B60-2A96-9665-25105D57E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12427-0919-E030-B5BD-F799E7A3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8944"/>
            <a:ext cx="12192000" cy="50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9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594</Words>
  <Application>Microsoft Office PowerPoint</Application>
  <PresentationFormat>Widescreen</PresentationFormat>
  <Paragraphs>98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Ushasri Kanagala</cp:lastModifiedBy>
  <cp:revision>36</cp:revision>
  <dcterms:created xsi:type="dcterms:W3CDTF">2026-08-08T06:33:56Z</dcterms:created>
  <dcterms:modified xsi:type="dcterms:W3CDTF">2026-09-11T04:03:35Z</dcterms:modified>
</cp:coreProperties>
</file>